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5" r:id="rId4"/>
    <p:sldId id="257" r:id="rId5"/>
    <p:sldId id="258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499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56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955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780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29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026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075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44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520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386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29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B99D7C9-4A9B-4362-8C95-582A9AC481EA}" type="datetimeFigureOut">
              <a:rPr lang="es-CO" smtClean="0"/>
              <a:t>16/03/2026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7861563-8BD1-416A-9026-9726CDBA26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4739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expo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BACD00-006C-0F0A-1F6D-701884736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CO" sz="4800" dirty="0" err="1">
                <a:solidFill>
                  <a:srgbClr val="FFFFFF"/>
                </a:solidFill>
              </a:rPr>
              <a:t>React</a:t>
            </a:r>
            <a:r>
              <a:rPr lang="es-CO" sz="4800" dirty="0">
                <a:solidFill>
                  <a:srgbClr val="FFFFFF"/>
                </a:solidFill>
              </a:rPr>
              <a:t> Native – primera aplicación y </a:t>
            </a:r>
            <a:r>
              <a:rPr lang="es-CO" sz="4800" dirty="0" err="1">
                <a:solidFill>
                  <a:srgbClr val="FFFFFF"/>
                </a:solidFill>
              </a:rPr>
              <a:t>deploy</a:t>
            </a:r>
            <a:endParaRPr lang="es-CO" sz="4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E28512-F651-8F13-EA4F-7129BE263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s-CO" dirty="0"/>
              <a:t>Semillero Informa “</a:t>
            </a:r>
            <a:r>
              <a:rPr lang="es-CO" dirty="0" err="1"/>
              <a:t>Bootcamp</a:t>
            </a:r>
            <a:r>
              <a:rPr lang="es-CO" dirty="0"/>
              <a:t>”</a:t>
            </a:r>
          </a:p>
          <a:p>
            <a:pPr algn="l"/>
            <a:r>
              <a:rPr lang="es-CO" dirty="0"/>
              <a:t>2026A</a:t>
            </a:r>
          </a:p>
        </p:txBody>
      </p:sp>
    </p:spTree>
    <p:extLst>
      <p:ext uri="{BB962C8B-B14F-4D97-AF65-F5344CB8AC3E}">
        <p14:creationId xmlns:p14="http://schemas.microsoft.com/office/powerpoint/2010/main" val="135395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EEF0B-0E09-5C5A-CBD2-B359D300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Crear una aplicación de ejemplo con Expo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F9EC5D-DBC8-D8FE-E3D1-16504B7F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Crear el proyecto en la consola de </a:t>
            </a:r>
            <a:r>
              <a:rPr lang="es-CO" dirty="0" err="1"/>
              <a:t>codespaces</a:t>
            </a:r>
            <a:r>
              <a:rPr lang="es-CO" dirty="0"/>
              <a:t> y cambiarse a la carpeta:</a:t>
            </a:r>
          </a:p>
          <a:p>
            <a:pPr marL="0" indent="0">
              <a:buNone/>
            </a:pPr>
            <a:r>
              <a:rPr lang="es-CO" dirty="0"/>
              <a:t>      </a:t>
            </a:r>
            <a:r>
              <a:rPr lang="es-CO" sz="2400" dirty="0" err="1"/>
              <a:t>npx</a:t>
            </a:r>
            <a:r>
              <a:rPr lang="es-CO" sz="2400" dirty="0"/>
              <a:t> </a:t>
            </a:r>
            <a:r>
              <a:rPr lang="es-CO" sz="2400" dirty="0" err="1"/>
              <a:t>create</a:t>
            </a:r>
            <a:r>
              <a:rPr lang="es-CO" sz="2400" dirty="0"/>
              <a:t>-expo-app campus-</a:t>
            </a:r>
            <a:r>
              <a:rPr lang="es-CO" sz="2400" dirty="0" err="1"/>
              <a:t>quest</a:t>
            </a:r>
            <a:endParaRPr lang="es-CO" sz="2400" dirty="0"/>
          </a:p>
          <a:p>
            <a:pPr marL="0" indent="0">
              <a:buNone/>
            </a:pPr>
            <a:r>
              <a:rPr lang="es-CO" sz="2400" dirty="0"/>
              <a:t>       cd campus-</a:t>
            </a:r>
            <a:r>
              <a:rPr lang="es-CO" sz="2400" dirty="0" err="1"/>
              <a:t>quest</a:t>
            </a:r>
            <a:endParaRPr lang="es-CO" sz="2400" dirty="0"/>
          </a:p>
          <a:p>
            <a:r>
              <a:rPr lang="es-CO" dirty="0"/>
              <a:t>Instalar componentes de navegación:</a:t>
            </a:r>
          </a:p>
          <a:p>
            <a:pPr marL="457200" lvl="1" indent="0">
              <a:buNone/>
            </a:pPr>
            <a:r>
              <a:rPr lang="es-CO" dirty="0" err="1"/>
              <a:t>npm</a:t>
            </a:r>
            <a:r>
              <a:rPr lang="es-CO" dirty="0"/>
              <a:t> </a:t>
            </a:r>
            <a:r>
              <a:rPr lang="es-CO" dirty="0" err="1"/>
              <a:t>install</a:t>
            </a:r>
            <a:r>
              <a:rPr lang="es-CO" dirty="0"/>
              <a:t> @react-navigation/native</a:t>
            </a:r>
            <a:br>
              <a:rPr lang="es-CO" dirty="0"/>
            </a:br>
            <a:r>
              <a:rPr lang="es-CO" dirty="0" err="1"/>
              <a:t>npm</a:t>
            </a:r>
            <a:r>
              <a:rPr lang="es-CO" dirty="0"/>
              <a:t> </a:t>
            </a:r>
            <a:r>
              <a:rPr lang="es-CO" dirty="0" err="1"/>
              <a:t>install</a:t>
            </a:r>
            <a:r>
              <a:rPr lang="es-CO" dirty="0"/>
              <a:t> @react-navigation/native-stack</a:t>
            </a:r>
          </a:p>
          <a:p>
            <a:r>
              <a:rPr lang="es-CO" dirty="0"/>
              <a:t>Instalar otras dependencias: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 err="1"/>
              <a:t>npx</a:t>
            </a:r>
            <a:r>
              <a:rPr lang="en-US" sz="2400" dirty="0"/>
              <a:t> expo install react-native-screens react-native-safe-area-context</a:t>
            </a:r>
            <a:endParaRPr lang="es-CO" sz="2400" dirty="0"/>
          </a:p>
          <a:p>
            <a:endParaRPr lang="es-CO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22632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3FD7D-6C01-40AF-EFB1-52F69516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Estructura de carpetas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9EBDF3-5680-29CD-10BB-9CCC26637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76" y="365125"/>
            <a:ext cx="3200847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0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CFD74-67DF-D735-B455-51DA06AF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126691C-217C-2CDE-582F-DC153E496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7280" y="48924"/>
            <a:ext cx="4863922" cy="33861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F9A300E-8052-0DC9-44C2-F556926D9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72" y="0"/>
            <a:ext cx="4142691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4E22F9-A725-3B83-AF9C-4428F3831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280" y="3429000"/>
            <a:ext cx="4863922" cy="377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41D3B-8549-BDFE-2AD2-519AD1CB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980FB9-939E-A6D8-F615-F872F577B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864B77-C6E0-8087-D382-D6D567C57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76" y="0"/>
            <a:ext cx="393181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C04F57-B28D-A17C-33E0-4E63E1A726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097"/>
          <a:stretch>
            <a:fillRect/>
          </a:stretch>
        </p:blipFill>
        <p:spPr>
          <a:xfrm>
            <a:off x="4923799" y="800100"/>
            <a:ext cx="6518075" cy="560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1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06E59-89E7-8014-1314-CB0DE63B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Guardando los cambios en el repositorio</a:t>
            </a:r>
            <a:br>
              <a:rPr lang="es-CO" dirty="0"/>
            </a:br>
            <a:r>
              <a:rPr lang="es-CO" sz="3600" dirty="0"/>
              <a:t>(por línea de comandos con </a:t>
            </a:r>
            <a:r>
              <a:rPr lang="es-CO" sz="3600" dirty="0" err="1"/>
              <a:t>git</a:t>
            </a:r>
            <a:r>
              <a:rPr lang="es-CO" sz="3600" dirty="0"/>
              <a:t>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A472C0-864A-1351-ACDD-37F620BD5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O" b="1" dirty="0"/>
              <a:t># 1. Ver el estado actual</a:t>
            </a:r>
          </a:p>
          <a:p>
            <a:pPr marL="0" indent="0">
              <a:buNone/>
            </a:pPr>
            <a:r>
              <a:rPr lang="es-CO" dirty="0" err="1"/>
              <a:t>git</a:t>
            </a:r>
            <a:r>
              <a:rPr lang="es-CO" dirty="0"/>
              <a:t> status</a:t>
            </a:r>
          </a:p>
          <a:p>
            <a:endParaRPr lang="es-CO" dirty="0"/>
          </a:p>
          <a:p>
            <a:pPr marL="0" indent="0">
              <a:buNone/>
            </a:pPr>
            <a:r>
              <a:rPr lang="es-CO" b="1" dirty="0"/>
              <a:t># 2. Agregar todos los cambios al </a:t>
            </a:r>
            <a:r>
              <a:rPr lang="es-CO" b="1" dirty="0" err="1"/>
              <a:t>stage</a:t>
            </a:r>
            <a:endParaRPr lang="es-CO" b="1" dirty="0"/>
          </a:p>
          <a:p>
            <a:pPr marL="0" indent="0">
              <a:buNone/>
            </a:pPr>
            <a:r>
              <a:rPr lang="es-CO" dirty="0" err="1"/>
              <a:t>git</a:t>
            </a:r>
            <a:r>
              <a:rPr lang="es-CO" dirty="0"/>
              <a:t> </a:t>
            </a:r>
            <a:r>
              <a:rPr lang="es-CO" dirty="0" err="1"/>
              <a:t>add</a:t>
            </a:r>
            <a:r>
              <a:rPr lang="es-CO" dirty="0"/>
              <a:t> .</a:t>
            </a:r>
          </a:p>
          <a:p>
            <a:endParaRPr lang="es-CO" dirty="0"/>
          </a:p>
          <a:p>
            <a:pPr marL="0" indent="0">
              <a:buNone/>
            </a:pPr>
            <a:r>
              <a:rPr lang="es-CO" b="1" dirty="0"/>
              <a:t># 3. Hacer </a:t>
            </a:r>
            <a:r>
              <a:rPr lang="es-CO" b="1" dirty="0" err="1"/>
              <a:t>commit</a:t>
            </a:r>
            <a:r>
              <a:rPr lang="es-CO" b="1" dirty="0"/>
              <a:t> con mensaje descriptivo</a:t>
            </a:r>
          </a:p>
          <a:p>
            <a:pPr marL="0" indent="0">
              <a:buNone/>
            </a:pPr>
            <a:r>
              <a:rPr lang="es-CO" dirty="0" err="1"/>
              <a:t>git</a:t>
            </a:r>
            <a:r>
              <a:rPr lang="es-CO" dirty="0"/>
              <a:t> </a:t>
            </a:r>
            <a:r>
              <a:rPr lang="es-CO" dirty="0" err="1"/>
              <a:t>commit</a:t>
            </a:r>
            <a:r>
              <a:rPr lang="es-CO" dirty="0"/>
              <a:t> -m “primer </a:t>
            </a:r>
            <a:r>
              <a:rPr lang="es-CO" dirty="0" err="1"/>
              <a:t>commit</a:t>
            </a:r>
            <a:r>
              <a:rPr lang="es-CO" dirty="0"/>
              <a:t> de la aplicación de prueba creada con Expo"</a:t>
            </a:r>
          </a:p>
          <a:p>
            <a:endParaRPr lang="es-CO" dirty="0"/>
          </a:p>
          <a:p>
            <a:pPr marL="0" indent="0">
              <a:buNone/>
            </a:pPr>
            <a:r>
              <a:rPr lang="es-CO" b="1" dirty="0"/>
              <a:t># 4. Subir al repositorio remoto</a:t>
            </a:r>
          </a:p>
          <a:p>
            <a:pPr marL="0" indent="0">
              <a:buNone/>
            </a:pPr>
            <a:r>
              <a:rPr lang="es-CO" dirty="0" err="1"/>
              <a:t>git</a:t>
            </a:r>
            <a:r>
              <a:rPr lang="es-CO" dirty="0"/>
              <a:t> </a:t>
            </a:r>
            <a:r>
              <a:rPr lang="es-CO" dirty="0" err="1"/>
              <a:t>push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2548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292B3-3CA4-7BA1-590B-9A89BCF5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Compilando y desplegando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BFE39-2131-9C6B-B701-85A262C1B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464" y="1451552"/>
            <a:ext cx="10515600" cy="4351338"/>
          </a:xfrm>
        </p:spPr>
        <p:txBody>
          <a:bodyPr>
            <a:normAutofit/>
          </a:bodyPr>
          <a:lstStyle/>
          <a:p>
            <a:r>
              <a:rPr lang="es-CO" sz="2000" dirty="0"/>
              <a:t>Expo permite desplegar la aplicación en la nube (o localmente, luego se verá mejor) y probar en cualquier dispositivo móvil con la aplicación Expo </a:t>
            </a:r>
            <a:r>
              <a:rPr lang="es-CO" sz="2000" dirty="0" err="1"/>
              <a:t>Go</a:t>
            </a:r>
            <a:r>
              <a:rPr lang="es-CO" sz="2000" dirty="0"/>
              <a:t> instalada: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O" sz="1800" dirty="0"/>
              <a:t>Cree una cuenta en </a:t>
            </a:r>
            <a:r>
              <a:rPr lang="es-CO" sz="1800" dirty="0">
                <a:hlinkClick r:id="rId2"/>
              </a:rPr>
              <a:t>https://expo.dev</a:t>
            </a:r>
            <a:endParaRPr lang="es-CO" sz="1800" dirty="0"/>
          </a:p>
          <a:p>
            <a:pPr marL="971550" lvl="1" indent="-514350">
              <a:buFont typeface="+mj-lt"/>
              <a:buAutoNum type="arabicPeriod"/>
            </a:pPr>
            <a:r>
              <a:rPr lang="es-CO" sz="1800" dirty="0"/>
              <a:t>En su teléfono, descargue la aplicación Expo </a:t>
            </a:r>
            <a:r>
              <a:rPr lang="es-CO" sz="1800" dirty="0" err="1"/>
              <a:t>Go</a:t>
            </a:r>
            <a:endParaRPr lang="es-CO" sz="1800" dirty="0"/>
          </a:p>
          <a:p>
            <a:pPr marL="457200" lvl="1" indent="0">
              <a:buNone/>
            </a:pPr>
            <a:endParaRPr lang="es-CO" sz="1800" dirty="0"/>
          </a:p>
          <a:p>
            <a:pPr marL="971550" lvl="1" indent="-514350">
              <a:buFont typeface="+mj-lt"/>
              <a:buAutoNum type="arabicPeriod"/>
            </a:pPr>
            <a:r>
              <a:rPr lang="es-CO" sz="1800" dirty="0"/>
              <a:t>Inicie la aplicación e inicie sesión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O" sz="1800" dirty="0"/>
              <a:t>Desde la consola de </a:t>
            </a:r>
            <a:r>
              <a:rPr lang="es-CO" sz="1800" dirty="0" err="1"/>
              <a:t>codespaces</a:t>
            </a:r>
            <a:r>
              <a:rPr lang="es-CO" sz="1800" dirty="0"/>
              <a:t>, ejecute el comando: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O" sz="1800" dirty="0"/>
              <a:t>	</a:t>
            </a:r>
            <a:r>
              <a:rPr lang="es-CO" sz="1800" dirty="0" err="1"/>
              <a:t>npx</a:t>
            </a:r>
            <a:r>
              <a:rPr lang="es-CO" sz="1800" dirty="0"/>
              <a:t>  expo </a:t>
            </a:r>
            <a:r>
              <a:rPr lang="es-CO" sz="1800" dirty="0" err="1"/>
              <a:t>start</a:t>
            </a:r>
            <a:r>
              <a:rPr lang="es-CO" sz="1800" dirty="0"/>
              <a:t> –</a:t>
            </a:r>
            <a:r>
              <a:rPr lang="es-CO" sz="1800" dirty="0" err="1"/>
              <a:t>tunnel</a:t>
            </a:r>
            <a:endParaRPr lang="es-CO" sz="1800" dirty="0"/>
          </a:p>
          <a:p>
            <a:pPr marL="971550" lvl="1" indent="-514350">
              <a:buFont typeface="+mj-lt"/>
              <a:buAutoNum type="arabicPeriod"/>
            </a:pPr>
            <a:r>
              <a:rPr lang="es-CO" sz="1800" dirty="0"/>
              <a:t>Desde la aplicación Expo </a:t>
            </a:r>
            <a:r>
              <a:rPr lang="es-CO" sz="1800" dirty="0" err="1"/>
              <a:t>Go</a:t>
            </a:r>
            <a:r>
              <a:rPr lang="es-CO" sz="1800" dirty="0"/>
              <a:t> en su teléfono, escanee el código QR de la consola de </a:t>
            </a:r>
            <a:r>
              <a:rPr lang="es-CO" sz="1800" dirty="0" err="1"/>
              <a:t>codespaces</a:t>
            </a:r>
            <a:r>
              <a:rPr lang="es-CO" sz="1800" dirty="0"/>
              <a:t>. La aplicación debería abrir, una vez le proporcione los permisos:</a:t>
            </a:r>
          </a:p>
          <a:p>
            <a:pPr marL="971550" lvl="1" indent="-514350">
              <a:buFont typeface="+mj-lt"/>
              <a:buAutoNum type="arabicPeriod"/>
            </a:pPr>
            <a:endParaRPr lang="es-CO" dirty="0"/>
          </a:p>
          <a:p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  <a:p>
            <a:pPr marL="0" indent="0">
              <a:buNone/>
            </a:pPr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EC0249-A5EE-4150-A0E3-FC38CACCA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637" y="2472603"/>
            <a:ext cx="2809009" cy="6047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4D9F44-0AA9-0C08-FFFA-210610E66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683" y="4554517"/>
            <a:ext cx="431542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3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477CA8BB-30FC-006D-1F62-9400BC5F32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7FD3BF3-5EE2-F02F-4AA1-8C91FB68A2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16810D8-E838-D684-83D8-BD48255EBF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AA5492-9196-A8B0-287A-401E1AD47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14" y="268721"/>
            <a:ext cx="2810221" cy="62449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2249347-31C1-6832-99FE-B45099FBD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3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245</Words>
  <Application>Microsoft Office PowerPoint</Application>
  <PresentationFormat>Panorámica</PresentationFormat>
  <Paragraphs>37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React Native – primera aplicación y deploy</vt:lpstr>
      <vt:lpstr>Crear una aplicación de ejemplo con Expo</vt:lpstr>
      <vt:lpstr>Estructura de carpetas</vt:lpstr>
      <vt:lpstr>Presentación de PowerPoint</vt:lpstr>
      <vt:lpstr>Presentación de PowerPoint</vt:lpstr>
      <vt:lpstr>Guardando los cambios en el repositorio (por línea de comandos con git)</vt:lpstr>
      <vt:lpstr>Compilando y desplegando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Loaiza</dc:creator>
  <cp:lastModifiedBy>Diego Loaiza</cp:lastModifiedBy>
  <cp:revision>5</cp:revision>
  <dcterms:created xsi:type="dcterms:W3CDTF">2026-03-16T17:41:57Z</dcterms:created>
  <dcterms:modified xsi:type="dcterms:W3CDTF">2026-03-16T21:37:39Z</dcterms:modified>
</cp:coreProperties>
</file>