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React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Desarrollo Móvil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React Native · Expo · Expo 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desarrollo de aplicaciones móviles con JavaScript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relacionan?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tecnología se construye sobre la anterior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solidFill>
            <a:srgbClr val="DBEAFE"/>
          </a:solidFill>
          <a:ln w="1905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197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51760" y="119786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de componentes UI · JavaScript · Web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801368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8229600" cy="658368"/>
          </a:xfrm>
          <a:prstGeom prst="rect">
            <a:avLst/>
          </a:prstGeom>
          <a:solidFill>
            <a:srgbClr val="D1FAE5"/>
          </a:solidFill>
          <a:ln w="1905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2020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0208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móvil · iOS y Android · UI nativa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2624328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8229600" cy="658368"/>
          </a:xfrm>
          <a:prstGeom prst="rect">
            <a:avLst/>
          </a:prstGeom>
          <a:solidFill>
            <a:srgbClr val="FEF3C7"/>
          </a:solidFill>
          <a:ln w="19050">
            <a:solidFill>
              <a:srgbClr val="854F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28437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284378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+ CLI + EAS Build · Simplifica RN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6280" y="3447288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11880"/>
            <a:ext cx="8229600" cy="658368"/>
          </a:xfrm>
          <a:prstGeom prst="rect">
            <a:avLst/>
          </a:prstGeom>
          <a:solidFill>
            <a:srgbClr val="EDE9FE"/>
          </a:solidFill>
          <a:ln w="19050">
            <a:solidFill>
              <a:srgbClr val="3C34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6667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51760" y="36667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cliente · Vista previa instantánea · Solo dev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731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DE UI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92608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JavaScript para construir interfaces mediante componentes. Creada por Meta en 2013.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51206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70432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 en componentes reutilizables de interfaz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JSX: mezcla de JavaScript y 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DOM: actualiza solo lo que cambia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el estado de la UI eficientemente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 navegadores web (no en móvil directamente)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1097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389888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1408176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773936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1792224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157984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2176272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542032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2560320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(State)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926080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2944368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840480"/>
            <a:ext cx="5120640" cy="822960"/>
          </a:xfrm>
          <a:prstGeom prst="rect">
            <a:avLst/>
          </a:prstGeom>
          <a:solidFill>
            <a:srgbClr val="F0F9FF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8953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407822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LEGO: defines piezas (Button, Card, Header) y las ensamblas para construir pantallas completas.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34015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3675888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3675888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369417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87184" y="369417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4023360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4023360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40416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87184" y="40416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y CSS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4370832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4370832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4416" y="43891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87184" y="4389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npm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4718304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50608" y="4718304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47365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87184" y="47365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Principiante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731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MÓVIL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92608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para apps móviles nativas en iOS y Android usando React. Creado por Meta en 2015.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51206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70432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a UI nativa real (no es una WebView)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código base para iOS y Android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conceptos que React: componentes y estado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GPS, cámara, notificaciones, sensores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View, Text, Image (no div, p, span)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1097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389888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1408176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773936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1792224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nativa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157984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2176272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único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542032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2560320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nativos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926080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2944368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/ JSI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840480"/>
            <a:ext cx="5120640" cy="822960"/>
          </a:xfrm>
          <a:prstGeom prst="rect">
            <a:avLst/>
          </a:prstGeom>
          <a:solidFill>
            <a:srgbClr val="F0F9FF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8953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407822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Traductor: convierte el lenguaje React en instrucciones nativas que iOS y Android entienden.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34015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3675888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3675888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369417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87184" y="369417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React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4023360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4023360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40416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87184" y="40416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+ Xcode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4370832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4370832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4416" y="43891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87184" y="4389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4718304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50608" y="4718304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47365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87184" y="47365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731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Y HERRAMIENTAS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92608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herramientas y servicios sobre React Native que elimina la configuración compleja.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51206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70432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SDK: módulos listos (cámara, mapas, notificaciones)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comandos para crear, correr y construir apps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Build: compila APK/AAB en la nube sin Android Studio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Router: navegación basada en archivos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updates: actualiza la app sin pasar por la tienda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1097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389888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1408176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Expo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773936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1792224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157984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2176272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542032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2560320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926080"/>
            <a:ext cx="3337560" cy="32004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2944368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Xcode/AS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840480"/>
            <a:ext cx="5120640" cy="822960"/>
          </a:xfrm>
          <a:prstGeom prst="rect">
            <a:avLst/>
          </a:prstGeom>
          <a:solidFill>
            <a:srgbClr val="F0F9FF"/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8953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407822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Automóvil completo: React Native es el motor, Expo es el auto con ruedas, tablero y GPS incluidos.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34015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3675888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3675888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369417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87184" y="369417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npm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4023360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4023360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40416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87184" y="40416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create-expo-app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4370832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4370832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4416" y="43891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87184" y="4389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4718304"/>
            <a:ext cx="155448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50608" y="4718304"/>
            <a:ext cx="1764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47365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87184" y="47365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para EAS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C3489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731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CLIENTE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92608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gratuita que permite ver tu proyecto Expo al instante en el teléfono, sin compilar.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920240" cy="512064"/>
          </a:xfrm>
          <a:prstGeom prst="rect">
            <a:avLst/>
          </a:prstGeom>
          <a:solidFill>
            <a:srgbClr val="DBEAF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09728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en VS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1353312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097280"/>
            <a:ext cx="1920240" cy="512064"/>
          </a:xfrm>
          <a:prstGeom prst="rect">
            <a:avLst/>
          </a:prstGeom>
          <a:solidFill>
            <a:srgbClr val="D1FAE5"/>
          </a:solidFill>
          <a:ln w="10160">
            <a:solidFill>
              <a:srgbClr val="064E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109728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expo start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353312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097280"/>
            <a:ext cx="1920240" cy="512064"/>
          </a:xfrm>
          <a:prstGeom prst="rect">
            <a:avLst/>
          </a:prstGeom>
          <a:solidFill>
            <a:srgbClr val="FEF3C7"/>
          </a:solidFill>
          <a:ln w="10160">
            <a:solidFill>
              <a:srgbClr val="78350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45152" y="109728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QR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1353312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097280"/>
            <a:ext cx="1920240" cy="512064"/>
          </a:xfrm>
          <a:prstGeom prst="rect">
            <a:avLst/>
          </a:prstGeom>
          <a:solidFill>
            <a:srgbClr val="EDE9FE"/>
          </a:solidFill>
          <a:ln w="1016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93992" y="109728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en teléfono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1783080"/>
            <a:ext cx="5120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1847088"/>
            <a:ext cx="4754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compilar ni instalar Android Studio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Reload: el teléfono se actualiza al guardar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funciona mientras el servidor dev está corriendo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app distribuible — solo para desarrollo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soporta módulos nativos personalizados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208483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 rápido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245059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React Native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32120" y="281635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834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y pruebas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NO usar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0" y="2084832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2103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producción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0" y="2450592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2468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distribución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2816352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28346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nativos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657600"/>
            <a:ext cx="5120640" cy="713232"/>
          </a:xfrm>
          <a:prstGeom prst="rect">
            <a:avLst/>
          </a:prstGeom>
          <a:solidFill>
            <a:srgbClr val="F5F3FF"/>
          </a:solidFill>
          <a:ln w="19050">
            <a:solidFill>
              <a:srgbClr val="3C34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7124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" y="389534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ensayo: practicas y ves el resultado en tiempo real, pero el concierto final (app publicada) necesita su propio escenario — un build independiente.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comparativo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tecnologías, un ecosistema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993392" cy="3566160"/>
          </a:xfrm>
          <a:prstGeom prst="rect">
            <a:avLst/>
          </a:prstGeom>
          <a:solidFill>
            <a:srgbClr val="0D2A4A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1993392" cy="475488"/>
          </a:xfrm>
          <a:prstGeom prst="rect">
            <a:avLst/>
          </a:prstGeom>
          <a:solidFill>
            <a:srgbClr val="185FA5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856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2585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web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9169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1729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04872" y="1051560"/>
            <a:ext cx="1993392" cy="3566160"/>
          </a:xfrm>
          <a:prstGeom prst="rect">
            <a:avLst/>
          </a:prstGeom>
          <a:solidFill>
            <a:srgbClr val="04271E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04872" y="1051560"/>
            <a:ext cx="1993392" cy="475488"/>
          </a:xfrm>
          <a:prstGeom prst="rect">
            <a:avLst/>
          </a:prstGeom>
          <a:solidFill>
            <a:srgbClr val="0F6E56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05156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96312" y="16002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96312" y="1856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móvil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22585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96312" y="2514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96312" y="29169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96312" y="31729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81144" y="1051560"/>
            <a:ext cx="1993392" cy="3566160"/>
          </a:xfrm>
          <a:prstGeom prst="rect">
            <a:avLst/>
          </a:prstGeom>
          <a:solidFill>
            <a:srgbClr val="2A1A04"/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81144" y="1051560"/>
            <a:ext cx="1993392" cy="475488"/>
          </a:xfrm>
          <a:prstGeom prst="rect">
            <a:avLst/>
          </a:prstGeom>
          <a:solidFill>
            <a:srgbClr val="854F0B"/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105156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72584" y="16002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72584" y="1856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72584" y="22585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72584" y="2514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72584" y="29169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72584" y="31729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57416" y="1051560"/>
            <a:ext cx="1993392" cy="3566160"/>
          </a:xfrm>
          <a:prstGeom prst="rect">
            <a:avLst/>
          </a:prstGeom>
          <a:solidFill>
            <a:srgbClr val="130F3A"/>
          </a:solidFill>
          <a:ln w="19050">
            <a:solidFill>
              <a:srgbClr val="3C348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57416" y="1051560"/>
            <a:ext cx="1993392" cy="475488"/>
          </a:xfrm>
          <a:prstGeom prst="rect">
            <a:avLst/>
          </a:prstGeom>
          <a:solidFill>
            <a:srgbClr val="3C3489"/>
          </a:solidFill>
          <a:ln w="19050">
            <a:solidFill>
              <a:srgbClr val="3C34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8856" y="105156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48856" y="16002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48856" y="1856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cliente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48856" y="22585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48856" y="2514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/ Android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48856" y="29169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48856" y="31729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→ React Native → Expo → Expo Go  (cada capa incluye y simplifica la anterior)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Ecosistema React para Desarrollo Móvil</dc:title>
  <dc:subject>PptxGenJS Presentation</dc:subject>
  <dc:creator>PptxGenJS</dc:creator>
  <cp:lastModifiedBy>PptxGenJS</cp:lastModifiedBy>
  <cp:revision>1</cp:revision>
  <dcterms:created xsi:type="dcterms:W3CDTF">2026-03-16T21:17:23Z</dcterms:created>
  <dcterms:modified xsi:type="dcterms:W3CDTF">2026-03-16T21:17:23Z</dcterms:modified>
</cp:coreProperties>
</file>