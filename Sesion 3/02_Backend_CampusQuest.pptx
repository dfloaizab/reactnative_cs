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E3A8A">
              <a:alpha val="50000"/>
            </a:srgbClr>
          </a:solidFill>
          <a:ln w="12700">
            <a:solidFill>
              <a:srgbClr val="1E3A8A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64E3B">
              <a:alpha val="40000"/>
            </a:srgbClr>
          </a:solidFill>
          <a:ln w="12700">
            <a:solidFill>
              <a:srgbClr val="064E3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457200"/>
            <a:ext cx="640080" cy="6400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54864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834640" y="457200"/>
            <a:ext cx="640080" cy="6400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548640"/>
            <a:ext cx="457200" cy="457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63440" y="457200"/>
            <a:ext cx="640080" cy="6400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548640"/>
            <a:ext cx="457200" cy="457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492240" y="457200"/>
            <a:ext cx="640080" cy="6400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54864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CampusQuest</a:t>
            </a:r>
            <a:endParaRPr lang="en-US" sz="4400" dirty="0"/>
          </a:p>
        </p:txBody>
      </p:sp>
      <p:sp>
        <p:nvSpPr>
          <p:cNvPr id="15" name="Text 9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MongoDB · GitHub Codespaces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457200" y="26974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Paso a paso: autenticación JWT · API REST · conexión con React Native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1051560" y="3246120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1051560" y="324612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Express 4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2496312" y="3246120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96312" y="324612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Mongoose 8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941064" y="3246120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3941064" y="324612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JWT Auth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385816" y="3246120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385816" y="324612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Bcrypt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830568" y="3246120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830568" y="324612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Codespaces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Facultad de Ingeniería · USC · Bootcamp CampusQuest · Sesión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Backend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2286000" cy="1463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97280"/>
            <a:ext cx="2286000" cy="3474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33856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1338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11480" y="1508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3087"/>
                </a:solidFill>
              </a:rPr>
              <a:t>React Native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03087"/>
                </a:solidFill>
              </a:rPr>
              <a:t>(Expo)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11480" y="20299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WelcomeScreen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ExploreScreen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560320" y="1783080"/>
            <a:ext cx="9144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578608" y="157276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HTTP / JWT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2578608" y="186537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axios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474720" y="1097280"/>
            <a:ext cx="2560320" cy="3291840"/>
          </a:xfrm>
          <a:prstGeom prst="rect">
            <a:avLst/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474720" y="1097280"/>
            <a:ext cx="256032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13385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77640" y="11338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Backend (Node.js)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3639312" y="1554480"/>
            <a:ext cx="2231136" cy="420624"/>
          </a:xfrm>
          <a:prstGeom prst="rect">
            <a:avLst/>
          </a:prstGeom>
          <a:solidFill>
            <a:srgbClr val="0D11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703320" y="16002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/api/auth/login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639312" y="2066544"/>
            <a:ext cx="2231136" cy="420624"/>
          </a:xfrm>
          <a:prstGeom prst="rect">
            <a:avLst/>
          </a:prstGeom>
          <a:solidFill>
            <a:srgbClr val="0D11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703320" y="211226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/api/locations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3639312" y="2578608"/>
            <a:ext cx="2231136" cy="420624"/>
          </a:xfrm>
          <a:prstGeom prst="rect">
            <a:avLst/>
          </a:prstGeom>
          <a:solidFill>
            <a:srgbClr val="0D11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703320" y="26243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/api/questions/:id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3639312" y="3090672"/>
            <a:ext cx="2231136" cy="420624"/>
          </a:xfrm>
          <a:prstGeom prst="rect">
            <a:avLst/>
          </a:prstGeom>
          <a:solidFill>
            <a:srgbClr val="0D11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703320" y="31363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/api/responses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3639312" y="3602736"/>
            <a:ext cx="2231136" cy="420624"/>
          </a:xfrm>
          <a:prstGeom prst="rect">
            <a:avLst/>
          </a:prstGeom>
          <a:solidFill>
            <a:srgbClr val="0D11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703320" y="36484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/api/teams/:id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035040" y="1783080"/>
            <a:ext cx="822960" cy="73152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053328" y="157276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Mongoose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6858000" y="1097280"/>
            <a:ext cx="1965960" cy="32918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858000" y="1097280"/>
            <a:ext cx="1965960" cy="347472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133856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315200" y="11338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MongoDB Atlas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6995160" y="1554480"/>
            <a:ext cx="1664208" cy="420624"/>
          </a:xfrm>
          <a:prstGeom prst="rect">
            <a:avLst/>
          </a:prstGeom>
          <a:solidFill>
            <a:srgbClr val="001E2B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059168" y="1591056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locations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6995160" y="2066544"/>
            <a:ext cx="1664208" cy="420624"/>
          </a:xfrm>
          <a:prstGeom prst="rect">
            <a:avLst/>
          </a:prstGeom>
          <a:solidFill>
            <a:srgbClr val="001E2B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059168" y="21031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6995160" y="2578608"/>
            <a:ext cx="1664208" cy="420624"/>
          </a:xfrm>
          <a:prstGeom prst="rect">
            <a:avLst/>
          </a:prstGeom>
          <a:solidFill>
            <a:srgbClr val="001E2B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059168" y="2615184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teams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6995160" y="3090672"/>
            <a:ext cx="1664208" cy="420624"/>
          </a:xfrm>
          <a:prstGeom prst="rect">
            <a:avLst/>
          </a:prstGeom>
          <a:solidFill>
            <a:srgbClr val="001E2B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7059168" y="312724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responses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6995160" y="3602736"/>
            <a:ext cx="1664208" cy="420624"/>
          </a:xfrm>
          <a:prstGeom prst="rect">
            <a:avLst/>
          </a:prstGeom>
          <a:solidFill>
            <a:srgbClr val="001E2B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7059168" y="3639312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274320" y="464515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El backend es el intermediario entre la app y la base de datos. Protege las credenciales y centraliza la lógica del gymkhana.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384048" cy="38404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288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1328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Repositorio y Abrir Codespace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20040" y="1078992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078992"/>
            <a:ext cx="64008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488" y="1225296"/>
            <a:ext cx="384048" cy="38404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87552" y="11521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Ir a github.com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87552" y="140817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Inicia sesión con tu cuenta de GitHub.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0040" y="1828800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1828800"/>
            <a:ext cx="64008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5488" y="1975104"/>
            <a:ext cx="384048" cy="38404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87552" y="19019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New Repository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87552" y="21579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Nombre: campusquest-backend. Visibilidad: Private. Inicializar con README.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20040" y="2578608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0040" y="2578608"/>
            <a:ext cx="64008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5488" y="2724912"/>
            <a:ext cx="384048" cy="38404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87552" y="26517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Abrir Codespaces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9077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Clic en el botón verde 'Code' → pestaña 'Codespaces' → 'Create codespace on main'.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20040" y="3328416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0040" y="3328416"/>
            <a:ext cx="64008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5488" y="3474720"/>
            <a:ext cx="384048" cy="38404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5488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87552" y="34015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Esperar el ambiente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87552" y="36576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GitHub provisiona un contenedor Ubuntu con Node.js preinstalado (~1 minuto).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20040" y="4078224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20040" y="4078224"/>
            <a:ext cx="64008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75488" y="4224528"/>
            <a:ext cx="384048" cy="38404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5488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987552" y="415137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Verificar Node.js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87552" y="44074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En la terminal integrada de VS Code ejecuta: node -v  y  npm -v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577840" y="1078992"/>
            <a:ext cx="3246120" cy="2103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5715000" y="115214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</a:rPr>
              <a:t>💡  ¿Qué es Codespaces?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715000" y="1508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Un entorno de desarrollo completo en la nube. Incluye VS Code en el navegador, terminal Linux, Node.js y Git — sin instalar nada en tu PC.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715000" y="2468880"/>
            <a:ext cx="292608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760720" y="2514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Plan Free: 60 hs/mes gratis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577840" y="32918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Verificar en la terminal: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5577840" y="3584448"/>
            <a:ext cx="3246120" cy="10058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5577840" y="3584448"/>
            <a:ext cx="3246120" cy="21945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5" name="Shape 42"/>
          <p:cNvSpPr/>
          <p:nvPr/>
        </p:nvSpPr>
        <p:spPr>
          <a:xfrm>
            <a:off x="5687568" y="364845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888736" y="364845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089904" y="364845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742432" y="3840480"/>
            <a:ext cx="29169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node -v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v20.x.x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-v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10.x.x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384048" cy="384048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288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1328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Inicializar el Proyecto Node.js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320040" y="1051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Ejecutar en la terminal de Codespaces: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1389888"/>
            <a:ext cx="5120640" cy="26517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389888"/>
            <a:ext cx="5120640" cy="21945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0" name="Shape 7"/>
          <p:cNvSpPr/>
          <p:nvPr/>
        </p:nvSpPr>
        <p:spPr>
          <a:xfrm>
            <a:off x="429768" y="145389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" y="145389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2104" y="145389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142646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84632" y="1645920"/>
            <a:ext cx="479145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Crear carpeta del proyecto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campusquest-backend &amp;&amp; cd campusquest-backend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Inicializar package.json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init -y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Instalar dependencias de producción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express mongoose dotenv cors bcryptjs jsonwebtoken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Instalar dependencia de desarrollo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--save-dev nodemon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62356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¿Para qué sirve cada paquete?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23560" y="1417320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23560" y="1417320"/>
            <a:ext cx="1508760" cy="42062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50992" y="14447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178040" y="144475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Servidor web y API REST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23560" y="1915668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23560" y="1915668"/>
            <a:ext cx="1508760" cy="42062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50992" y="19431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mongoose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178040" y="19431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ODM para MongoDB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623560" y="2414016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23560" y="2414016"/>
            <a:ext cx="150876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50992" y="24414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dotenv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178040" y="244144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Variables de entorno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623560" y="2912364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623560" y="2912364"/>
            <a:ext cx="1508760" cy="42062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50992" y="293979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178040" y="293979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Permite peticiones desde RN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623560" y="3410712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623560" y="3410712"/>
            <a:ext cx="1508760" cy="42062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50992" y="343814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bcryptjs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178040" y="34381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Hash de contraseñas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623560" y="3909060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623560" y="3909060"/>
            <a:ext cx="1508760" cy="42062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650992" y="393649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jsonwebtoken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178040" y="39364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Tokens JWT de autenticación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623560" y="4407408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623560" y="4407408"/>
            <a:ext cx="1508760" cy="42062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650992" y="44348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nodemon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178040" y="44348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Auto-restart en desarrollo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320040" y="4133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Agregar en package.json → scripts: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320040" y="4434840"/>
            <a:ext cx="5120640" cy="658368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320040" y="4434840"/>
            <a:ext cx="5120640" cy="21945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7" name="Shape 44"/>
          <p:cNvSpPr/>
          <p:nvPr/>
        </p:nvSpPr>
        <p:spPr>
          <a:xfrm>
            <a:off x="429768" y="449884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30936" y="4498848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32104" y="4498848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84632" y="4690872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"scripts":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"start": "node src/server.js",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"dev":   "nodemon src/server.js"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384048" cy="38404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Carpetas del Backend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4937760" cy="3950208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24128"/>
            <a:ext cx="4937760" cy="21945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" y="108813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" y="108813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" y="108813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06070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campusquest-backend/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4632" y="1280160"/>
            <a:ext cx="460857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campusquest-backend/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config/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db.js             ← Conexión a MongoDB Atlas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models/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Location.js       ← Colección locations (GeoJSON)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Question.js       ← Colección questions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Team.js           ← Colección teams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Response.js       ← Colección responses + geofencing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User.js           ← Usuarios + bcrypt hash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routes/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auth.routes.js    ← POST /api/auth/login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location.routes.js← GET  /api/locations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controllers/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auth.controller.js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location.controller.js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middleware/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auth.middleware.js ← Verifica JWT en rutas protegidas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server.js             ← Punto de entrada principal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.env                      ← Variables de entorno (NO subir a Git)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40680" y="1024128"/>
            <a:ext cx="33832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40680" y="1024128"/>
            <a:ext cx="64008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0789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77840" y="13533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Conexión a MongoDB. Se ejecuta al iniciar el servidor.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40680" y="1810512"/>
            <a:ext cx="33832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40680" y="1810512"/>
            <a:ext cx="64008" cy="694944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8653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4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77840" y="21396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Esquemas Mongoose. Define la estructura de cada colección.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40680" y="2596896"/>
            <a:ext cx="33832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40680" y="2596896"/>
            <a:ext cx="64008" cy="6949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26517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29260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Endpoints de la API. Reciben peticiones y llaman controladores.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40680" y="3383280"/>
            <a:ext cx="33832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40680" y="3383280"/>
            <a:ext cx="64008" cy="6949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34381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controllers/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77840" y="37124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Lógica de negocio: validar, consultar BD, responder.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40680" y="4169664"/>
            <a:ext cx="33832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40680" y="4169664"/>
            <a:ext cx="64008" cy="69494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42245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middleware/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77840" y="44988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Funciones que se ejecutan antes del controlador (ej: verificar JWT).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384048" cy="384048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288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1328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a MongoDB y Modelos Mongoose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320040" y="10241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src/config/db.js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1316736"/>
            <a:ext cx="4206240" cy="25146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316736"/>
            <a:ext cx="4206240" cy="21945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0" name="Shape 7"/>
          <p:cNvSpPr/>
          <p:nvPr/>
        </p:nvSpPr>
        <p:spPr>
          <a:xfrm>
            <a:off x="429768" y="138074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" y="138074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2104" y="138074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135331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src/config/db.js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84632" y="1572768"/>
            <a:ext cx="3877056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mongoose = require('mongoose');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connectDB = async () =&gt;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conn = await mongoose.connect(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process.env.MONGODB_URI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console.log(`✅ MongoDB: ${conn.connection.host}`);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(error)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console.error(`❌ Error: ${error.message}`);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process.exit(1);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module.exports = connectDB;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54880" y="102412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src/models/User.js  (fragmento clave)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1316736"/>
            <a:ext cx="4069080" cy="25146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1316736"/>
            <a:ext cx="4069080" cy="21945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8" name="Shape 15"/>
          <p:cNvSpPr/>
          <p:nvPr/>
        </p:nvSpPr>
        <p:spPr>
          <a:xfrm>
            <a:off x="4864608" y="138074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65776" y="138074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266944" y="138074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0" y="135331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src/models/User.js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919472" y="1572768"/>
            <a:ext cx="3739896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Hook: hashea la contraseña antes de guardar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UserSchema.pre('save', async function(next){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(!this.isModified('password')) return next();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this.password = await bcrypt.hash(this.password, 12);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next();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Método: compara password al hacer login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UserSchema.methods.comparePassword =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function(candidatePassword)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bcrypt.compare(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candidatePassword,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this.password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20040" y="39136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Índice geoespacial en Location.js — obligatorio para el operador $near (geofencing):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320040" y="4224528"/>
            <a:ext cx="8503920" cy="795528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20040" y="4224528"/>
            <a:ext cx="8503920" cy="21945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6" name="Shape 23"/>
          <p:cNvSpPr/>
          <p:nvPr/>
        </p:nvSpPr>
        <p:spPr>
          <a:xfrm>
            <a:off x="429768" y="428853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0936" y="428853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2104" y="428853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4480560"/>
            <a:ext cx="81747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GeoJSON Point: coordinates: [longitud, latitud]  ← OJO: primero longitud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location: { type: { type: String, enum: ['Point'] }, coordinates: [Number] }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Índice 2dsphere: requerido para $near, $geoWithin y otros operadores geoespaciales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LocationSchema.index({ location: '2dsphere' });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384048" cy="38404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288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1328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y Controladores de la API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320040" y="10241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auth.controller.js  — Login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0040" y="1316736"/>
            <a:ext cx="4206240" cy="3182112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316736"/>
            <a:ext cx="4206240" cy="21945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0" name="Shape 7"/>
          <p:cNvSpPr/>
          <p:nvPr/>
        </p:nvSpPr>
        <p:spPr>
          <a:xfrm>
            <a:off x="429768" y="138074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" y="138074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2104" y="138074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135331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controllers/auth.controller.js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84632" y="1572768"/>
            <a:ext cx="3877056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login = async (req, res) =&gt;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username, password } = req.body;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1. Buscar usuario en BD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 = await User.findOne({ username });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(!user) return res.status(401)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.json({ message: 'Credenciales inválidas' });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2. Comparar contraseña con bcrypt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isMatch = await user.comparePassword(password);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(!isMatch) return res.status(401)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.json({ message: 'Credenciales inválidas' });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3. Generar JWT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= jwt.sign(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id: user._id, role: user.role },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process.env.JWT_SECRET,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expiresIn: process.env.JWT_EXPIRES_IN }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res.json({ success: true, token });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54880" y="102412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auth.middleware.js  — Proteger rutas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754880" y="1316736"/>
            <a:ext cx="4069080" cy="20116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1316736"/>
            <a:ext cx="4069080" cy="21945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8" name="Shape 15"/>
          <p:cNvSpPr/>
          <p:nvPr/>
        </p:nvSpPr>
        <p:spPr>
          <a:xfrm>
            <a:off x="4864608" y="138074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65776" y="138074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266944" y="138074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0" y="135331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middleware/auth.middleware.js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919472" y="1572768"/>
            <a:ext cx="373989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protect = async (req, res, next) =&gt;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authHeader = req.headers.authorization;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(!authHeader?.startsWith('Bearer '))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res.status(401)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.json({ message: 'Token no encontrado' });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= authHeader.split(' ')[1];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decoded = jwt.verify(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token, process.env.JWT_SECRET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req.user = await User.findById(decoded.id)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.select('-password');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next();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754880" y="340156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location.routes.js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754880" y="3675888"/>
            <a:ext cx="4069080" cy="713232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3675888"/>
            <a:ext cx="4069080" cy="21945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6" name="Shape 23"/>
          <p:cNvSpPr/>
          <p:nvPr/>
        </p:nvSpPr>
        <p:spPr>
          <a:xfrm>
            <a:off x="4864608" y="373989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65776" y="373989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266944" y="373989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86400" y="3712464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routes/location.routes.js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919472" y="3931920"/>
            <a:ext cx="3739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router.get('/', protect, getAllLocations);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router.get('/:locId', protect, getLocationById);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🔑  Flujo de seguridad: Cliente → Authorization: Bearer &lt;token&gt; → middleware verifica JWT → controlador ejecuta la lógica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384048" cy="384048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288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1328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Express Principal (server.js)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20040" y="1024128"/>
            <a:ext cx="5212080" cy="4005072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024128"/>
            <a:ext cx="5212080" cy="21945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9" name="Shape 6"/>
          <p:cNvSpPr/>
          <p:nvPr/>
        </p:nvSpPr>
        <p:spPr>
          <a:xfrm>
            <a:off x="429768" y="108813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" y="108813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2104" y="108813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106070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src/server.js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84632" y="1280160"/>
            <a:ext cx="4882896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require('dotenv').config(); // ← PRIMERO siempre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express    = require('express');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cors       = require('cors');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connectDB  = require('./config/db');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authRoutes = require('./routes/auth.routes');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locRoutes  = require('./routes/location.routes');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connectDB(); // Conectar a MongoDB Atlas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app = express();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Middlewares globales ─────────────────────────────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app.use(cors());          // Permite peticiones desde React Native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app.use(express.json());  // Parsea body JSON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Rutas ────────────────────────────────────────────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app.use('/api/auth',      authRoutes);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app.use('/api/locations', locRoutes);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Health check ─────────────────────────────────────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app.get('/api/health', (req, res) =&gt;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res.json({ status: 'ok', time: new Date() });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Iniciar servidor ──────────────────────────────────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PORT = process.env.PORT || 3000;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app.listen(PORT, () =&gt;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console.log(`🚀 Servidor en http://localhost:${PORT}`)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669280" y="10241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Archivo  .env  (raíz del proyecto)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0" y="1316736"/>
            <a:ext cx="3154680" cy="21031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0" y="1316736"/>
            <a:ext cx="3154680" cy="21945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7" name="Shape 14"/>
          <p:cNvSpPr/>
          <p:nvPr/>
        </p:nvSpPr>
        <p:spPr>
          <a:xfrm>
            <a:off x="5779008" y="138074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80176" y="138074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81344" y="138074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13533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833872" y="1572768"/>
            <a:ext cx="282549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PORT=3000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MONGODB_URI=mongodb+srv://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campusquest_user:&lt;password&gt;@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cluster.xxxxx.mongodb.net/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campusquest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JWT_SECRET=clave_muy_larga_aqui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JWT_EXPIRES_IN=24h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669280" y="3529584"/>
            <a:ext cx="3154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69280" y="3529584"/>
            <a:ext cx="54864" cy="42062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3584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NUNCA subir .env a Git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669280" y="4032504"/>
            <a:ext cx="3154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69280" y="4032504"/>
            <a:ext cx="54864" cy="420624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06440" y="4087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Agregar .env al .gitignore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669280" y="4535424"/>
            <a:ext cx="3154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669280" y="4535424"/>
            <a:ext cx="54864" cy="4206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45902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dotenv.config() debe ser la primera línea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384048" cy="38404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288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1328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el Backend y Exponer el Puerto en Codespaces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320040" y="10241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1. Iniciar el servidor: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1316736"/>
            <a:ext cx="4937760" cy="11887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316736"/>
            <a:ext cx="4937760" cy="21945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0" name="Shape 7"/>
          <p:cNvSpPr/>
          <p:nvPr/>
        </p:nvSpPr>
        <p:spPr>
          <a:xfrm>
            <a:off x="429768" y="138074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" y="138074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2104" y="138074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" y="1572768"/>
            <a:ext cx="46085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Debe mostrar: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🚀 Servidor en http://localhost:3000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MongoDB conectado: cluster0.xxxxx.mongodb.net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2004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2. Exponer el puerto en Codespaces: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" y="2926080"/>
            <a:ext cx="49377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8912" y="2944368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8912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50976" y="296265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En la barra inferior de VS Code → pestaña 'PORTS'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20040" y="3419856"/>
            <a:ext cx="493776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8912" y="3438144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8912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50976" y="34564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Clic en 'Forward a Port' → escribir 3000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20040" y="3913632"/>
            <a:ext cx="49377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38912" y="3931920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8912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50976" y="39502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Clic derecho en el puerto → 'Port Visibility' → Public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20040" y="4407408"/>
            <a:ext cx="493776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8912" y="4425696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8912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50976" y="4443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Copiar la URL pública generada (ej: https://xxxx-3000.app.github.dev)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440680" y="1024128"/>
            <a:ext cx="3383280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577840" y="1078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C5FD"/>
                </a:solidFill>
              </a:rPr>
              <a:t>3. Probar el health check: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5577840" y="1371600"/>
            <a:ext cx="3246120" cy="804672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577840" y="1371600"/>
            <a:ext cx="3246120" cy="21945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5" name="Shape 32"/>
          <p:cNvSpPr/>
          <p:nvPr/>
        </p:nvSpPr>
        <p:spPr>
          <a:xfrm>
            <a:off x="5687568" y="143560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888736" y="1435608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089904" y="1435608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742432" y="1627632"/>
            <a:ext cx="2916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http://localhost:3000/api/health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{"status":"ok","time":"2026-..."}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44068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4. Probar login con curl: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440680" y="2670048"/>
            <a:ext cx="3383280" cy="1024128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440680" y="2670048"/>
            <a:ext cx="3383280" cy="21945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2" name="Shape 39"/>
          <p:cNvSpPr/>
          <p:nvPr/>
        </p:nvSpPr>
        <p:spPr>
          <a:xfrm>
            <a:off x="5550408" y="273405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751576" y="273405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952744" y="273405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605272" y="2926080"/>
            <a:ext cx="3054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https://&lt;url-codespace&gt;/api/auth/login \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'Content-Type: application/json' \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'{"username":"est1","password":"pass123"}'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5440680" y="37856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5. Usar la URL pública en el .env del frontend React Native: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5440680" y="4078224"/>
            <a:ext cx="3383280" cy="658368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5440680" y="4078224"/>
            <a:ext cx="3383280" cy="21945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9" name="Shape 46"/>
          <p:cNvSpPr/>
          <p:nvPr/>
        </p:nvSpPr>
        <p:spPr>
          <a:xfrm>
            <a:off x="5550408" y="41422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751576" y="41422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952744" y="41422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605272" y="4334256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ED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EXPO_PUBLIC_API_URL=https://xxxx-3000.app.github.dev/api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F2744">
              <a:alpha val="70000"/>
            </a:srgbClr>
          </a:solidFill>
          <a:ln w="12700">
            <a:solidFill>
              <a:srgbClr val="0F2744">
                <a:alpha val="7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41148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listo para CampusQuest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20040" y="1115568"/>
            <a:ext cx="8321040" cy="457200"/>
          </a:xfrm>
          <a:prstGeom prst="rect">
            <a:avLst/>
          </a:prstGeom>
          <a:solidFill>
            <a:srgbClr val="0F2744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16128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🐙  Repositorio y Codespace creados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1641348"/>
            <a:ext cx="8321040" cy="457200"/>
          </a:xfrm>
          <a:prstGeom prst="rect">
            <a:avLst/>
          </a:prstGeom>
          <a:solidFill>
            <a:srgbClr val="0F2744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68706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📦  Node.js + Express + Mongoose configurados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" y="2167128"/>
            <a:ext cx="8321040" cy="457200"/>
          </a:xfrm>
          <a:prstGeom prst="rect">
            <a:avLst/>
          </a:prstGeom>
          <a:solidFill>
            <a:srgbClr val="0F2744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2128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🗄️  Modelos Mongoose: User, Location, Question, Team, Response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0040" y="2692908"/>
            <a:ext cx="8321040" cy="457200"/>
          </a:xfrm>
          <a:prstGeom prst="rect">
            <a:avLst/>
          </a:prstGeom>
          <a:solidFill>
            <a:srgbClr val="0F2744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73862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🔐  Autenticación JWT + Bcrypt implementada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0040" y="3218688"/>
            <a:ext cx="8321040" cy="457200"/>
          </a:xfrm>
          <a:prstGeom prst="rect">
            <a:avLst/>
          </a:prstGeom>
          <a:solidFill>
            <a:srgbClr val="0F2744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2644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🛣️  Rutas /api/auth y /api/locations con middleware de protección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0040" y="3744468"/>
            <a:ext cx="8321040" cy="457200"/>
          </a:xfrm>
          <a:prstGeom prst="rect">
            <a:avLst/>
          </a:prstGeom>
          <a:solidFill>
            <a:srgbClr val="0F2744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379018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🌐  Puerto 3000 expuesto públicamente en Codespaces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20040" y="4270248"/>
            <a:ext cx="8321040" cy="457200"/>
          </a:xfrm>
          <a:prstGeom prst="rect">
            <a:avLst/>
          </a:prstGeom>
          <a:solidFill>
            <a:srgbClr val="0F2744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431596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📱  URL del backend lista para conectar con React Native (Expo)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 CampusQuest en Codespaces</dc:title>
  <dc:subject>PptxGenJS Presentation</dc:subject>
  <dc:creator>PptxGenJS</dc:creator>
  <cp:lastModifiedBy>PptxGenJS</cp:lastModifiedBy>
  <cp:revision>1</cp:revision>
  <dcterms:created xsi:type="dcterms:W3CDTF">2026-04-13T20:33:29Z</dcterms:created>
  <dcterms:modified xsi:type="dcterms:W3CDTF">2026-04-13T20:33:29Z</dcterms:modified>
</cp:coreProperties>
</file>